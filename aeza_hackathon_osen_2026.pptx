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Sheet1!$A$2:$A$8</c:f>
              <c:strCache>
                <c:ptCount val="7"/>
                <c:pt idx="0">
                  <c:v>Близость даты окончания · 3,0</c:v>
                </c:pt>
                <c:pt idx="1">
                  <c:v>Ожидание продления · 2,5</c:v>
                </c:pt>
                <c:pt idx="2">
                  <c:v>Автопродление отключено · 2,0</c:v>
                </c:pt>
                <c:pt idx="3">
                  <c:v>Неуспешные продления · 2,0</c:v>
                </c:pt>
                <c:pt idx="4">
                  <c:v>Доля неуспешных продлений · 1,5</c:v>
                </c:pt>
                <c:pt idx="5">
                  <c:v>Недостаточно средств · 2,0</c:v>
                </c:pt>
                <c:pt idx="6">
                  <c:v>Услуга приостановлена · 2,0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3.0</c:v>
                </c:pt>
                <c:pt idx="1">
                  <c:v>2.5</c:v>
                </c:pt>
                <c:pt idx="2">
                  <c:v>2.0</c:v>
                </c:pt>
                <c:pt idx="3">
                  <c:v>2.0</c:v>
                </c:pt>
                <c:pt idx="4">
                  <c:v>1.5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73,3),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73,3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4 206,69 €.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73,3,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 11 из 15 —</a:t>
            </a:r>
          </a:p>
          <a:p>
            <a:r>
              <a:t>отсюда 73,3.</a:t>
            </a:r>
          </a:p>
          <a:p>
            <a:r>
              <a:t>Крупнейшие вклады: близость даты окончания — 3,0, ожидание продления — 2,5,</a:t>
            </a:r>
          </a:p>
          <a:p>
            <a:r>
              <a:t>автопродление и неуспешные продления — по 2,0.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73,3,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4 206,69 €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73,3 → 81,0. Клиентов высокого риска:</a:t>
            </a:r>
          </a:p>
          <a:p>
            <a:r>
              <a:t>2 → 3, среднего: 4 → 3. Выручка под риском: 5,74 → 7,48 €.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2 → 3 высокого, 4 → 3 среднего, 5,74 → 7,48 €,</a:t>
            </a:r>
          </a:p>
          <a:p>
            <a:r>
              <a:t>сумма весов 15,0 → 21,0. Затем открыть карточку клиента #10 (балл 81,0)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ХАКАТОН ОСЕНЬ 2026 · ДГТУ · РОСТОВ-НА-ДОНУ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284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аналитика риска оттока клиентов хостинг-провайдера.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648767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093728" cy="12822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1909" cy="123371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73,3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671647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750875"/>
            <a:ext cx="3297783" cy="118683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750875"/>
            <a:ext cx="3297783" cy="11868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175469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390353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22357"/>
            <a:ext cx="6697172" cy="144977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981856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сумма вкладов 11,00 при сумме весов 15,0 → 73,3. Ниже — фактические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73,3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505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15,0. 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неуспешными продлениями и их долей (2,0 + 1,5) сумма вкладов 11,0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из 15,0 — отсюда 73,3,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615883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5,74 €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22 240,73 €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четырём продлениям: 0,32 + 0,77 + 1,57 + 3,08 = 5,74 €.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19009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19009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5,74 €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7,48 €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15,0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21,0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15,0 до 21,0, вклад фактора — с 3,0 до 9,0, поэтому 100 × 17,0 / 21,0 = 81,0.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РИСК ВИДЕН · ПРИЧИНЫ ПОНЯТНЫ · ШАГ ОПРЕДЕЛЁН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возможность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Хакатон Осень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